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21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77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74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9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10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216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68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80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75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96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92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67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6C1C3-19D0-40AB-A84E-A541022FAC3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706F4-0D2C-4F5C-A985-A293CBEAD5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97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1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D508EDC-3E9E-9398-02DD-92B4F1D5899D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9793A14-43B6-A888-9964-B50F3C1DAA72}"/>
              </a:ext>
            </a:extLst>
          </p:cNvPr>
          <p:cNvSpPr/>
          <p:nvPr/>
        </p:nvSpPr>
        <p:spPr>
          <a:xfrm>
            <a:off x="191098" y="1747017"/>
            <a:ext cx="6817117" cy="3705278"/>
          </a:xfrm>
          <a:prstGeom prst="roundRect">
            <a:avLst>
              <a:gd name="adj" fmla="val 7475"/>
            </a:avLst>
          </a:prstGeom>
          <a:solidFill>
            <a:schemeClr val="bg2">
              <a:lumMod val="90000"/>
            </a:schemeClr>
          </a:solidFill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500" dirty="0">
                <a:solidFill>
                  <a:schemeClr val="tx1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R32</a:t>
            </a:r>
            <a:br>
              <a:rPr lang="en-US" altLang="ko-KR" sz="11500" dirty="0">
                <a:solidFill>
                  <a:schemeClr val="tx1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</a:br>
            <a:r>
              <a:rPr lang="en-US" altLang="ko-KR" sz="11500" dirty="0">
                <a:solidFill>
                  <a:schemeClr val="tx1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Winner</a:t>
            </a:r>
            <a:endParaRPr lang="ko-KR" altLang="en-US" sz="11500" dirty="0">
              <a:solidFill>
                <a:schemeClr val="tx1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4963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AA317C-AAFC-B5AB-73F9-B446157A66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7199313" cy="719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71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3</Words>
  <Application>Microsoft Office PowerPoint</Application>
  <PresentationFormat>사용자 지정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 네오 OTF Bold</vt:lpstr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원영 송</dc:creator>
  <cp:lastModifiedBy>원영 송</cp:lastModifiedBy>
  <cp:revision>4</cp:revision>
  <dcterms:created xsi:type="dcterms:W3CDTF">2026-09-06T22:35:56Z</dcterms:created>
  <dcterms:modified xsi:type="dcterms:W3CDTF">2026-09-09T22:52:11Z</dcterms:modified>
</cp:coreProperties>
</file>